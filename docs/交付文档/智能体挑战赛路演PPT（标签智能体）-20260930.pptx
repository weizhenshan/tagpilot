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68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【第1页】封面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应写内容：</a:t>
            </a:r>
          </a:p>
          <a:p>
            <a:pPr>
              <a:spcAft>
                <a:spcPts val="600"/>
              </a:spcAft>
              <a:defRPr sz="1400"/>
            </a:pPr>
            <a:r>
              <a:t>· 作品名称：XX场景下的XX智能体（严格按此格式）</a:t>
            </a:r>
          </a:p>
          <a:p>
            <a:pPr>
              <a:spcAft>
                <a:spcPts val="600"/>
              </a:spcAft>
              <a:defRPr sz="1400"/>
            </a:pPr>
            <a:r>
              <a:t>· 队伍名称</a:t>
            </a:r>
          </a:p>
          <a:p>
            <a:pPr>
              <a:spcAft>
                <a:spcPts val="600"/>
              </a:spcAft>
              <a:defRPr sz="1400"/>
            </a:pPr>
            <a:r>
              <a:t>· 团队成员姓名与分工</a:t>
            </a:r>
          </a:p>
          <a:p>
            <a:pPr>
              <a:spcAft>
                <a:spcPts val="600"/>
              </a:spcAft>
              <a:defRPr sz="1400"/>
            </a:pPr>
            <a:r>
              <a:t>· 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30022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【第2页】项目概述 + 业务痛点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应写内容：</a:t>
            </a:r>
          </a:p>
          <a:p>
            <a:pPr>
              <a:spcAft>
                <a:spcPts val="600"/>
              </a:spcAft>
              <a:defRPr sz="1400"/>
            </a:pPr>
            <a:r>
              <a:t>· 项目一句话概述：</a:t>
            </a:r>
          </a:p>
          <a:p>
            <a:pPr>
              <a:spcAft>
                <a:spcPts val="600"/>
              </a:spcAft>
              <a:defRPr sz="1400"/>
            </a:pPr>
            <a:r>
              <a:t>  用1句话概括项目，格式："为[谁]在[什么场景]下解决[什么问题]，通过[什么技术]实现[什么效果]"</a:t>
            </a:r>
          </a:p>
          <a:p>
            <a:pPr>
              <a:spcAft>
                <a:spcPts val="600"/>
              </a:spcAft>
              <a:defRPr sz="1400"/>
            </a:pPr>
            <a:r>
              <a:t>  示例：本项目为对公客户经理在贷前尽调场景下，解决报告撰写耗时长的问题，通过工作流编排技术，实现尽调报告初稿生成时间从4小时降至40分钟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业务痛点（1-2个核心痛点，每个含以下要素）：</a:t>
            </a:r>
          </a:p>
          <a:p>
            <a:pPr>
              <a:spcAft>
                <a:spcPts val="600"/>
              </a:spcAft>
              <a:defRPr sz="1400"/>
            </a:pPr>
            <a:r>
              <a:t>  · 痛点描述：[具体岗位]在[具体任务]中遇到什么问题</a:t>
            </a:r>
          </a:p>
          <a:p>
            <a:pPr>
              <a:spcAft>
                <a:spcPts val="600"/>
              </a:spcAft>
              <a:defRPr sz="1400"/>
            </a:pPr>
            <a:r>
              <a:t>  · 当前做法：[具体描述]</a:t>
            </a:r>
          </a:p>
          <a:p>
            <a:pPr>
              <a:spcAft>
                <a:spcPts val="600"/>
              </a:spcAft>
              <a:defRPr sz="1400"/>
            </a:pPr>
            <a:r>
              <a:t>  · 数据支撑：花费时间/人力（如"平均耗时4-6小时"、"每周处理约XX份"）</a:t>
            </a:r>
          </a:p>
          <a:p>
            <a:pPr>
              <a:spcAft>
                <a:spcPts val="600"/>
              </a:spcAft>
              <a:defRPr sz="1400"/>
            </a:pPr>
            <a:r>
              <a:t>  · 导致后果：[量化影响]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禁止：大段文字、抽象概念、无数据支撑的描述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【第3页】解决方案与目标价值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应写内容：</a:t>
            </a:r>
          </a:p>
          <a:p>
            <a:pPr>
              <a:spcAft>
                <a:spcPts val="600"/>
              </a:spcAft>
              <a:defRPr sz="1400"/>
            </a:pPr>
            <a:r>
              <a:t>· 核心解决方案：一句话说明你用什么技术解决什么问题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量化目标（三个核心指标）：</a:t>
            </a:r>
          </a:p>
          <a:p>
            <a:pPr>
              <a:spcAft>
                <a:spcPts val="600"/>
              </a:spcAft>
              <a:defRPr sz="1400"/>
            </a:pPr>
            <a:r>
              <a:t>  · 时间节省：XX分钟/份 → 节省XX%</a:t>
            </a:r>
          </a:p>
          <a:p>
            <a:pPr>
              <a:spcAft>
                <a:spcPts val="600"/>
              </a:spcAft>
              <a:defRPr sz="1400"/>
            </a:pPr>
            <a:r>
              <a:t>  · 准确率提升：XX%</a:t>
            </a:r>
          </a:p>
          <a:p>
            <a:pPr>
              <a:spcAft>
                <a:spcPts val="600"/>
              </a:spcAft>
              <a:defRPr sz="1400"/>
            </a:pPr>
            <a:r>
              <a:t>  · 人力节省：XX人天/月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落地场景：谁在什么环节使用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禁止：价值空洞如"推动数字化转型"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【第4页】技术架构图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应写内容：</a:t>
            </a:r>
          </a:p>
          <a:p>
            <a:pPr>
              <a:spcAft>
                <a:spcPts val="600"/>
              </a:spcAft>
              <a:defRPr sz="1400"/>
            </a:pPr>
            <a:r>
              <a:t>· 系统架构图（必须包含）：</a:t>
            </a:r>
          </a:p>
          <a:p>
            <a:pPr>
              <a:spcAft>
                <a:spcPts val="600"/>
              </a:spcAft>
              <a:defRPr sz="1400"/>
            </a:pPr>
            <a:r>
              <a:t>  · 输入层 → 处理节点（模块A/B/C）→ 输出层</a:t>
            </a:r>
          </a:p>
          <a:p>
            <a:pPr>
              <a:spcAft>
                <a:spcPts val="600"/>
              </a:spcAft>
              <a:defRPr sz="1400"/>
            </a:pPr>
            <a:r>
              <a:t>  · 数据流向箭头</a:t>
            </a:r>
          </a:p>
          <a:p>
            <a:pPr>
              <a:spcAft>
                <a:spcPts val="600"/>
              </a:spcAft>
              <a:defRPr sz="1400"/>
            </a:pPr>
            <a:r>
              <a:t>  · 关键模块名称和技术实现方式标注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技术选型说明：为什么选这些技术（1-2句话）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禁止：只有方块没有连线、只有文字没有图形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【第5页】核心流程图/DAG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应写内容：</a:t>
            </a:r>
          </a:p>
          <a:p>
            <a:pPr>
              <a:spcAft>
                <a:spcPts val="600"/>
              </a:spcAft>
              <a:defRPr sz="1400"/>
            </a:pPr>
            <a:r>
              <a:t>· 核心工作流（3-5个节点，节点之间有依赖关系）：</a:t>
            </a:r>
          </a:p>
          <a:p>
            <a:pPr>
              <a:spcAft>
                <a:spcPts val="600"/>
              </a:spcAft>
              <a:defRPr sz="1400"/>
            </a:pPr>
            <a:r>
              <a:t>  节点1：[名称] → [做什么] → 输出什么</a:t>
            </a:r>
          </a:p>
          <a:p>
            <a:pPr>
              <a:spcAft>
                <a:spcPts val="600"/>
              </a:spcAft>
              <a:defRPr sz="1400"/>
            </a:pPr>
            <a:r>
              <a:t>       ↓</a:t>
            </a:r>
          </a:p>
          <a:p>
            <a:pPr>
              <a:spcAft>
                <a:spcPts val="600"/>
              </a:spcAft>
              <a:defRPr sz="1400"/>
            </a:pPr>
            <a:r>
              <a:t>  节点2：[名称] → [做什么] → 输出什么</a:t>
            </a:r>
          </a:p>
          <a:p>
            <a:pPr>
              <a:spcAft>
                <a:spcPts val="600"/>
              </a:spcAft>
              <a:defRPr sz="1400"/>
            </a:pPr>
            <a:r>
              <a:t>       ↓</a:t>
            </a:r>
          </a:p>
          <a:p>
            <a:pPr>
              <a:spcAft>
                <a:spcPts val="600"/>
              </a:spcAft>
              <a:defRPr sz="1400"/>
            </a:pPr>
            <a:r>
              <a:t>  节点3：[名称] → [做什么] → 输出什么</a:t>
            </a:r>
          </a:p>
          <a:p>
            <a:pPr>
              <a:spcAft>
                <a:spcPts val="600"/>
              </a:spcAft>
              <a:defRPr sz="1400"/>
            </a:pPr>
            <a:r>
              <a:t>       ↓</a:t>
            </a:r>
          </a:p>
          <a:p>
            <a:pPr>
              <a:spcAft>
                <a:spcPts val="600"/>
              </a:spcAft>
              <a:defRPr sz="1400"/>
            </a:pPr>
            <a:r>
              <a:t>  最终输出：[交付物名称]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每个节点的输入/输出/关键技术标注清楚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条件分支（如有）：什么条件下走哪条分支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禁止：只有prompt没有工作流节点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【第6页】核心模块详解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应写内容：</a:t>
            </a:r>
          </a:p>
          <a:p>
            <a:pPr>
              <a:spcAft>
                <a:spcPts val="600"/>
              </a:spcAft>
              <a:defRPr sz="1400"/>
            </a:pPr>
            <a:r>
              <a:t>· 模块A：[名称]</a:t>
            </a:r>
          </a:p>
          <a:p>
            <a:pPr>
              <a:spcAft>
                <a:spcPts val="600"/>
              </a:spcAft>
              <a:defRPr sz="1400"/>
            </a:pPr>
            <a:r>
              <a:t>  · 做什么：[一句话]</a:t>
            </a:r>
          </a:p>
          <a:p>
            <a:pPr>
              <a:spcAft>
                <a:spcPts val="600"/>
              </a:spcAft>
              <a:defRPr sz="1400"/>
            </a:pPr>
            <a:r>
              <a:t>  · 用什么技术：[技术名称]</a:t>
            </a:r>
          </a:p>
          <a:p>
            <a:pPr>
              <a:spcAft>
                <a:spcPts val="600"/>
              </a:spcAft>
              <a:defRPr sz="1400"/>
            </a:pPr>
            <a:r>
              <a:t>  · 关键实现：（可截图或简述）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模块B：（同上）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模块C：（同上）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重点突出：技术难点是怎么解决的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禁止：罗列技术名词但不解释怎么用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【第7页】可控生成机制（如有，可省略）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应写内容：</a:t>
            </a:r>
          </a:p>
          <a:p>
            <a:pPr>
              <a:spcAft>
                <a:spcPts val="600"/>
              </a:spcAft>
              <a:defRPr sz="1400"/>
            </a:pPr>
            <a:r>
              <a:t>· 用了什么手段控制输出质量：</a:t>
            </a:r>
          </a:p>
          <a:p>
            <a:pPr>
              <a:spcAft>
                <a:spcPts val="600"/>
              </a:spcAft>
              <a:defRPr sz="1400"/>
            </a:pPr>
            <a:r>
              <a:t>  · CoT思维链 / RAG检索 / 结构化输出（JSON Schema）/ 规则校验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效果验证：控制手段实施后的准确率/一致性数据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注：此页可选，如项目不涉及可控生成机制可省略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【第8页】效果验证与测试数据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应写内容：</a:t>
            </a:r>
          </a:p>
          <a:p>
            <a:pPr>
              <a:spcAft>
                <a:spcPts val="600"/>
              </a:spcAft>
              <a:defRPr sz="1400"/>
            </a:pPr>
            <a:r>
              <a:t>· 测试用例（至少3个，覆盖正常/异常/边界情况）：</a:t>
            </a:r>
          </a:p>
          <a:p>
            <a:pPr>
              <a:spcAft>
                <a:spcPts val="600"/>
              </a:spcAft>
              <a:defRPr sz="1400"/>
            </a:pPr>
            <a:r>
              <a:t>  · 用例1：[输入] → [预期输出] → [实际结果] → [通过/失败]</a:t>
            </a:r>
          </a:p>
          <a:p>
            <a:pPr>
              <a:spcAft>
                <a:spcPts val="600"/>
              </a:spcAft>
              <a:defRPr sz="1400"/>
            </a:pPr>
            <a:r>
              <a:t>  · 用例2：（同上）</a:t>
            </a:r>
          </a:p>
          <a:p>
            <a:pPr>
              <a:spcAft>
                <a:spcPts val="600"/>
              </a:spcAft>
              <a:defRPr sz="1400"/>
            </a:pPr>
            <a:r>
              <a:t>  · 用例3：（同上）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量化效果对比表格：</a:t>
            </a:r>
          </a:p>
          <a:p>
            <a:pPr>
              <a:spcAft>
                <a:spcPts val="600"/>
              </a:spcAft>
              <a:defRPr sz="1400"/>
            </a:pPr>
            <a:r>
              <a:t>  | 指标 | 人工处理 | AI辅助 | 提升幅度 |</a:t>
            </a:r>
          </a:p>
          <a:p>
            <a:pPr>
              <a:spcAft>
                <a:spcPts val="600"/>
              </a:spcAft>
              <a:defRPr sz="1400"/>
            </a:pPr>
            <a:r>
              <a:t>  |------|---------|--------|---------|</a:t>
            </a:r>
          </a:p>
          <a:p>
            <a:pPr>
              <a:spcAft>
                <a:spcPts val="600"/>
              </a:spcAft>
              <a:defRPr sz="1400"/>
            </a:pPr>
            <a:r>
              <a:t>  | 时间 | XX分钟   | XX分钟  | XX%     |</a:t>
            </a:r>
          </a:p>
          <a:p>
            <a:pPr>
              <a:spcAft>
                <a:spcPts val="600"/>
              </a:spcAft>
              <a:defRPr sz="1400"/>
            </a:pPr>
            <a:r>
              <a:t>  | 准确率 | XX%    | XX%    | +XXpp  |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与基线方案对比结论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禁止：纯主观描述、数据明显造假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【第9页】Demo演示/效果展示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应写内容：</a:t>
            </a:r>
          </a:p>
          <a:p>
            <a:pPr>
              <a:spcAft>
                <a:spcPts val="600"/>
              </a:spcAft>
              <a:defRPr sz="1400"/>
            </a:pPr>
            <a:r>
              <a:t>· 核心功能截图或视频展示（真实运行截图优先）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展示顺序：启动 → 输入 → 处理 → 输出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关键操作步骤标注（让评委能看懂你做了什么）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禁止：PPT录屏式演示、假截图、模拟数据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【第10页】工程化与落地可行性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应写内容：</a:t>
            </a:r>
          </a:p>
          <a:p>
            <a:pPr>
              <a:spcAft>
                <a:spcPts val="600"/>
              </a:spcAft>
              <a:defRPr sz="1400"/>
            </a:pPr>
            <a:r>
              <a:t>· 代码工程化水平：</a:t>
            </a:r>
          </a:p>
          <a:p>
            <a:pPr>
              <a:spcAft>
                <a:spcPts val="600"/>
              </a:spcAft>
              <a:defRPr sz="1400"/>
            </a:pPr>
            <a:r>
              <a:t>  · 目录结构规范</a:t>
            </a:r>
          </a:p>
          <a:p>
            <a:pPr>
              <a:spcAft>
                <a:spcPts val="600"/>
              </a:spcAft>
              <a:defRPr sz="1400"/>
            </a:pPr>
            <a:r>
              <a:t>  · 关键依赖说明</a:t>
            </a:r>
          </a:p>
          <a:p>
            <a:pPr>
              <a:spcAft>
                <a:spcPts val="600"/>
              </a:spcAft>
              <a:defRPr sz="1400"/>
            </a:pPr>
            <a:r>
              <a:t>  · OpenClaw/框架接入说明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落地障碍与解决方案：</a:t>
            </a:r>
          </a:p>
          <a:p>
            <a:pPr>
              <a:spcAft>
                <a:spcPts val="600"/>
              </a:spcAft>
              <a:defRPr sz="1400"/>
            </a:pPr>
            <a:r>
              <a:t>  · 障碍1 → 解决方案</a:t>
            </a:r>
          </a:p>
          <a:p>
            <a:pPr>
              <a:spcAft>
                <a:spcPts val="600"/>
              </a:spcAft>
              <a:defRPr sz="1400"/>
            </a:pPr>
            <a:r>
              <a:t>  · 障碍2 → 解决方案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数据合规说明（如有敏感数据处理）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45452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【第11页】后续计划 + 团队分工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应写内容：</a:t>
            </a:r>
          </a:p>
          <a:p>
            <a:pPr>
              <a:spcAft>
                <a:spcPts val="600"/>
              </a:spcAft>
              <a:defRPr sz="1400"/>
            </a:pPr>
            <a:r>
              <a:t>· 后续迭代计划：</a:t>
            </a:r>
          </a:p>
          <a:p>
            <a:pPr>
              <a:spcAft>
                <a:spcPts val="600"/>
              </a:spcAft>
              <a:defRPr sz="1400"/>
            </a:pPr>
            <a:r>
              <a:t>  · 短期（1-2个月）：计划完善哪些功能</a:t>
            </a:r>
          </a:p>
          <a:p>
            <a:pPr>
              <a:spcAft>
                <a:spcPts val="600"/>
              </a:spcAft>
              <a:defRPr sz="1400"/>
            </a:pPr>
            <a:r>
              <a:t>  · 中期（3-6个月）：计划拓展哪些场景</a:t>
            </a:r>
          </a:p>
          <a:p>
            <a:pPr>
              <a:spcAft>
                <a:spcPts val="600"/>
              </a:spcAft>
              <a:defRPr sz="1400"/>
            </a:pPr>
            <a:r>
              <a:t>  · 长期：与行内系统集成计划/商业化可行性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团队分工：</a:t>
            </a:r>
          </a:p>
          <a:p>
            <a:pPr>
              <a:spcAft>
                <a:spcPts val="600"/>
              </a:spcAft>
              <a:defRPr sz="1400"/>
            </a:pPr>
            <a:r>
              <a:t>  · 队长/业务负责：XXX — 负责XXX</a:t>
            </a:r>
          </a:p>
          <a:p>
            <a:pPr>
              <a:spcAft>
                <a:spcPts val="600"/>
              </a:spcAft>
              <a:defRPr sz="1400"/>
            </a:pPr>
            <a:r>
              <a:t>  · 技术负责：XXX — 负责XXX</a:t>
            </a:r>
          </a:p>
          <a:p>
            <a:pPr>
              <a:spcAft>
                <a:spcPts val="600"/>
              </a:spcAft>
              <a:defRPr sz="1400"/>
            </a:pPr>
            <a:r>
              <a:t>  · 文档/演示：XXX — 负责XXX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【第12页】总结与价值回顾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应写内容：</a:t>
            </a:r>
          </a:p>
          <a:p>
            <a:pPr>
              <a:spcAft>
                <a:spcPts val="600"/>
              </a:spcAft>
              <a:defRPr sz="1400"/>
            </a:pPr>
            <a:r>
              <a:t>· 一句话回顾项目价值：</a:t>
            </a:r>
          </a:p>
          <a:p>
            <a:pPr>
              <a:spcAft>
                <a:spcPts val="600"/>
              </a:spcAft>
              <a:defRPr sz="1400"/>
            </a:pPr>
            <a:r>
              <a:t>  "本项目为[岗位]在[场景]下，通过[技术]实现[量化价值]"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· 三个核心亮点（评委可能提问）：</a:t>
            </a:r>
          </a:p>
          <a:p>
            <a:pPr>
              <a:spcAft>
                <a:spcPts val="600"/>
              </a:spcAft>
              <a:defRPr sz="1400"/>
            </a:pPr>
            <a:r>
              <a:t>  1. 亮点1：[具体]</a:t>
            </a:r>
          </a:p>
          <a:p>
            <a:pPr>
              <a:spcAft>
                <a:spcPts val="600"/>
              </a:spcAft>
              <a:defRPr sz="1400"/>
            </a:pPr>
            <a:r>
              <a:t>  2. 亮点2：[具体]</a:t>
            </a:r>
          </a:p>
          <a:p>
            <a:pPr>
              <a:spcAft>
                <a:spcPts val="600"/>
              </a:spcAft>
              <a:defRPr sz="1400"/>
            </a:pPr>
            <a:r>
              <a:t>  3. 亮点3：[具体]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禁止：重复前文内容，要提炼精华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【附录】Q&amp;A常见问题参考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常见问题 / 回答方向：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这个项目有什么创新点？</a:t>
            </a:r>
          </a:p>
          <a:p>
            <a:pPr>
              <a:spcAft>
                <a:spcPts val="600"/>
              </a:spcAft>
              <a:defRPr sz="1400"/>
            </a:pPr>
            <a:r>
              <a:t>  → 从业务痛点独特性/技术实现差异化角度回答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技术选型为什么选这个？</a:t>
            </a:r>
          </a:p>
          <a:p>
            <a:pPr>
              <a:spcAft>
                <a:spcPts val="600"/>
              </a:spcAft>
              <a:defRPr sz="1400"/>
            </a:pPr>
            <a:r>
              <a:t>  → 从业务适配性/技术成熟度/课程相关性角度回答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数据从哪来？</a:t>
            </a:r>
          </a:p>
          <a:p>
            <a:pPr>
              <a:spcAft>
                <a:spcPts val="600"/>
              </a:spcAft>
              <a:defRPr sz="1400"/>
            </a:pPr>
            <a:r>
              <a:t>  → 从行内系统/公开API/实测采集角度回答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怎么保证准确性？</a:t>
            </a:r>
          </a:p>
          <a:p>
            <a:pPr>
              <a:spcAft>
                <a:spcPts val="600"/>
              </a:spcAft>
              <a:defRPr sz="1400"/>
            </a:pPr>
            <a:r>
              <a:t>  → 从CoT/RAG/规则校验/人工复核角度回答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能落地吗？</a:t>
            </a:r>
          </a:p>
          <a:p>
            <a:pPr>
              <a:spcAft>
                <a:spcPts val="600"/>
              </a:spcAft>
              <a:defRPr sz="1400"/>
            </a:pPr>
            <a:r>
              <a:t>  → 从与现有系统兼容性/工程化程度/数据合规角度回答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9121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1183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应写内容：</a:t>
            </a:r>
          </a:p>
          <a:p>
            <a:pPr>
              <a:spcAft>
                <a:spcPts val="600"/>
              </a:spcAft>
              <a:defRPr sz="1400"/>
            </a:pPr>
            <a:r>
              <a:t>· "感谢聆听，欢迎提问"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2145</Words>
  <Application>WPS 演示</Application>
  <PresentationFormat>On-screen Show (4:3)</PresentationFormat>
  <Paragraphs>188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Arial</vt:lpstr>
      <vt:lpstr>Calibri</vt:lpstr>
      <vt:lpstr>Helvetica Neue</vt:lpstr>
      <vt:lpstr>宋体-简</vt:lpstr>
      <vt:lpstr>宋体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zhenshan Wei</cp:lastModifiedBy>
  <cp:revision>3</cp:revision>
  <dcterms:created xsi:type="dcterms:W3CDTF">2026-09-30T07:38:02Z</dcterms:created>
  <dcterms:modified xsi:type="dcterms:W3CDTF">2026-09-30T07:38:02Z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689F9C0FDF63482586CD1B439995735D_12</vt:lpwstr>
  </property>
  <property fmtid="{D5CDD505-2E9C-101B-9397-08002B2CF9AE}" pid="3" name="KSOProductBuildVer">
    <vt:lpwstr>2052-12.1.26050.26050</vt:lpwstr>
  </property>
</Properties>
</file>